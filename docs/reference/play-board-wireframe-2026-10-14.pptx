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D9D9D9"/>
    <a:srgbClr val="4EA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Minor" userId="a397b84f75916446" providerId="LiveId" clId="{867CE41A-D72D-4D90-8172-956A3A9C18B7}"/>
    <pc:docChg chg="undo custSel modSld">
      <pc:chgData name="Robert Minor" userId="a397b84f75916446" providerId="LiveId" clId="{867CE41A-D72D-4D90-8172-956A3A9C18B7}" dt="2026-10-14T13:42:14.276" v="4" actId="14100"/>
      <pc:docMkLst>
        <pc:docMk/>
      </pc:docMkLst>
      <pc:sldChg chg="addSp delSp mod">
        <pc:chgData name="Robert Minor" userId="a397b84f75916446" providerId="LiveId" clId="{867CE41A-D72D-4D90-8172-956A3A9C18B7}" dt="2026-10-14T13:41:48.181" v="2" actId="478"/>
        <pc:sldMkLst>
          <pc:docMk/>
          <pc:sldMk cId="537280433" sldId="256"/>
        </pc:sldMkLst>
        <pc:spChg chg="add del">
          <ac:chgData name="Robert Minor" userId="a397b84f75916446" providerId="LiveId" clId="{867CE41A-D72D-4D90-8172-956A3A9C18B7}" dt="2026-10-14T13:41:48.181" v="2" actId="478"/>
          <ac:spMkLst>
            <pc:docMk/>
            <pc:sldMk cId="537280433" sldId="256"/>
            <ac:spMk id="11" creationId="{60001040-26D6-D81F-74A4-DFDE21820DDD}"/>
          </ac:spMkLst>
        </pc:spChg>
      </pc:sldChg>
      <pc:sldChg chg="modSp mod">
        <pc:chgData name="Robert Minor" userId="a397b84f75916446" providerId="LiveId" clId="{867CE41A-D72D-4D90-8172-956A3A9C18B7}" dt="2026-10-14T13:42:14.276" v="4" actId="14100"/>
        <pc:sldMkLst>
          <pc:docMk/>
          <pc:sldMk cId="463984425" sldId="257"/>
        </pc:sldMkLst>
        <pc:spChg chg="mod">
          <ac:chgData name="Robert Minor" userId="a397b84f75916446" providerId="LiveId" clId="{867CE41A-D72D-4D90-8172-956A3A9C18B7}" dt="2026-10-14T13:42:14.276" v="4" actId="14100"/>
          <ac:spMkLst>
            <pc:docMk/>
            <pc:sldMk cId="463984425" sldId="257"/>
            <ac:spMk id="11" creationId="{507E34DA-3B91-B14F-34DA-536246DAF7A5}"/>
          </ac:spMkLst>
        </pc:spChg>
        <pc:spChg chg="mod">
          <ac:chgData name="Robert Minor" userId="a397b84f75916446" providerId="LiveId" clId="{867CE41A-D72D-4D90-8172-956A3A9C18B7}" dt="2026-10-14T13:42:08.191" v="3" actId="1076"/>
          <ac:spMkLst>
            <pc:docMk/>
            <pc:sldMk cId="463984425" sldId="257"/>
            <ac:spMk id="33" creationId="{E5353BBC-4DF8-A696-7C34-4E11C6D7E096}"/>
          </ac:spMkLst>
        </pc:spChg>
        <pc:spChg chg="mod">
          <ac:chgData name="Robert Minor" userId="a397b84f75916446" providerId="LiveId" clId="{867CE41A-D72D-4D90-8172-956A3A9C18B7}" dt="2026-10-14T13:41:24.569" v="0" actId="207"/>
          <ac:spMkLst>
            <pc:docMk/>
            <pc:sldMk cId="463984425" sldId="257"/>
            <ac:spMk id="75" creationId="{D4D5ACE0-2E12-ED6A-49A0-3BBD0E9E41B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F32B2-20AC-69D4-F47E-0F9BD8C981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E92165-2977-481F-B36F-09C583D22C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62DAD-89BD-006F-3E14-8141F6381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3AC-45D6-4EF9-A6E1-D3BE250423E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2E704-C435-833C-5B62-323FB174D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DDB1A-A148-1314-9684-86953B329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04951-7FBC-42D7-85FC-7ACF4956E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729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8BAF8-227F-6A99-7FB8-682BEFBDE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B2977-6E63-9B5C-CBC5-84F233038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94149-A23F-A214-F58C-4BD33846F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3AC-45D6-4EF9-A6E1-D3BE250423E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552C9-DB8C-2156-E50D-77EA59E3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806F9-E726-B014-4915-0B80A5951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04951-7FBC-42D7-85FC-7ACF4956E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337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89849-0937-1295-F7D9-418BC5E58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D5ED8-3F20-08F2-627F-C646FF8B1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EDBD6-E3BF-0E41-1745-5FE12871A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3AC-45D6-4EF9-A6E1-D3BE250423E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C8F58-63E5-D2FE-EC51-AAED17336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72CA9-EE9C-881A-21C7-C1B397379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04951-7FBC-42D7-85FC-7ACF4956E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23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D3475-FB77-2521-E556-E8A49757C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3FE2D-1719-53E3-7600-0CE563633E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347AED-DB83-7972-AE51-B8F7313806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9090F-5BDC-A3A7-BA54-031ACA3A9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3AC-45D6-4EF9-A6E1-D3BE250423E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253B1-D089-9331-91A3-2F21C184E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323C0-2498-9206-1B17-DF7EB036E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04951-7FBC-42D7-85FC-7ACF4956E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90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B9744-5E37-A79C-1CF6-8C57C82A5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0D8C6-3429-B41B-7BA1-7E580540B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1E072-DF93-2A1A-49DA-EA939F0106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C6EF53-4620-B205-C6A9-9FD0C4543D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6D2B59-CC16-2159-8330-6D47455317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92DD90-5D09-BB46-8063-2DAC2E773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3AC-45D6-4EF9-A6E1-D3BE250423E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74C3A-6D85-EEE2-EB1E-DB01C4725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C78575-B530-A042-C7DB-2E21A9199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04951-7FBC-42D7-85FC-7ACF4956E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616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4DB09-00FA-D0FB-CF8A-E15025A77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AE41BB-C687-292E-0187-7124F4C27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3AC-45D6-4EF9-A6E1-D3BE250423E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684B9-5433-0621-20BC-E410A1B09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F6FE49-F107-1D7C-7329-07AFF59C1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04951-7FBC-42D7-85FC-7ACF4956E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534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0D6396-462B-F425-1BBD-AFC331597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3AC-45D6-4EF9-A6E1-D3BE250423E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C80B5E-CF4B-DD1A-4D11-CF82FA1B6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684DA-3FB7-9172-5401-0C344D3C0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04951-7FBC-42D7-85FC-7ACF4956E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915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FCF7C-1D8C-381A-4872-CDF46CFA6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0FDF0-A7D1-90F3-FE40-82104B221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27EAF8-AA9E-EB7A-4B09-E845CB99A3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B13620-2AEA-2DE4-6764-713607B43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3AC-45D6-4EF9-A6E1-D3BE250423E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4012EE-BB34-1CF0-4058-50B2B2B04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333A0-73BC-C9ED-A205-05D581E14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04951-7FBC-42D7-85FC-7ACF4956E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968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7FAF4-65F2-9759-E279-4BB6E7E3F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07DFE1-5B86-D555-EDD9-6D6B259FC0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502F9-EE64-084E-8590-1EDCEE79A5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E0B63-7141-CCE4-8C85-AD1C90E6F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3AC-45D6-4EF9-A6E1-D3BE250423E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605DE-F899-C0CF-8EC4-EDC8C408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20D012-BA29-6849-086E-ACFD11C58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04951-7FBC-42D7-85FC-7ACF4956E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35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2516B-9B32-C265-78EF-30C3E237D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AEBAE8-12B1-4888-7F6A-1383B6A61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5131B-DE39-D82E-55E1-0DF81DB86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3AC-45D6-4EF9-A6E1-D3BE250423E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8A97D-B95E-E448-173D-47889EBFB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4A01E-50D2-264D-5783-0E93AC3E2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04951-7FBC-42D7-85FC-7ACF4956E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31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98ACCF-05DA-03FC-C114-9B982C5DFD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993FE9-D9BB-5388-49D0-EA567735B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4A77E-7F78-B8B1-4F99-2BAA290AF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3AC-45D6-4EF9-A6E1-D3BE250423E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46019-2CCF-4566-DBE3-3F1D84E31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609A1-DB1D-8943-CF6D-8C10A4902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04951-7FBC-42D7-85FC-7ACF4956E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811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9ADA57-CCB6-3120-87CD-3716CC8F4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98D06-A9DB-A7B5-16B9-CC8813402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2E1B9-4F9D-67CF-2285-B0AF5E72B3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0883AC-45D6-4EF9-A6E1-D3BE250423E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FAC4F-0F6F-6E19-1ACA-AE5354BA70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6CAB7-E919-9CD1-CA4A-7395CC4F70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C04951-7FBC-42D7-85FC-7ACF4956E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769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3">
            <a:extLst>
              <a:ext uri="{FF2B5EF4-FFF2-40B4-BE49-F238E27FC236}">
                <a16:creationId xmlns:a16="http://schemas.microsoft.com/office/drawing/2014/main" id="{7B1459A4-A52E-0269-B712-8BBC553EE103}"/>
              </a:ext>
            </a:extLst>
          </p:cNvPr>
          <p:cNvSpPr/>
          <p:nvPr/>
        </p:nvSpPr>
        <p:spPr>
          <a:xfrm>
            <a:off x="-396240" y="786384"/>
            <a:ext cx="12984480" cy="4288536"/>
          </a:xfrm>
          <a:custGeom>
            <a:avLst/>
            <a:gdLst>
              <a:gd name="csX0" fmla="*/ 2587752 w 12124944"/>
              <a:gd name="csY0" fmla="*/ 0 h 4315968"/>
              <a:gd name="csX1" fmla="*/ 9545731 w 12124944"/>
              <a:gd name="csY1" fmla="*/ 2391 h 4315968"/>
              <a:gd name="csX2" fmla="*/ 12124944 w 12124944"/>
              <a:gd name="csY2" fmla="*/ 4297680 h 4315968"/>
              <a:gd name="csX3" fmla="*/ 0 w 12124944"/>
              <a:gd name="csY3" fmla="*/ 4315968 h 4315968"/>
              <a:gd name="csX4" fmla="*/ 2587752 w 12124944"/>
              <a:gd name="csY4" fmla="*/ 0 h 43159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24944" h="4315968">
                <a:moveTo>
                  <a:pt x="2587752" y="0"/>
                </a:moveTo>
                <a:lnTo>
                  <a:pt x="9545731" y="2391"/>
                </a:lnTo>
                <a:lnTo>
                  <a:pt x="12124944" y="4297680"/>
                </a:lnTo>
                <a:lnTo>
                  <a:pt x="0" y="4315968"/>
                </a:lnTo>
                <a:lnTo>
                  <a:pt x="2587752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6D7EFF9-2366-1BA6-B727-ABFEFEEC12E8}"/>
              </a:ext>
            </a:extLst>
          </p:cNvPr>
          <p:cNvSpPr/>
          <p:nvPr/>
        </p:nvSpPr>
        <p:spPr>
          <a:xfrm>
            <a:off x="0" y="5074920"/>
            <a:ext cx="12192000" cy="30632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BB0268-ACD9-A9CA-A23D-7249310D5D99}"/>
              </a:ext>
            </a:extLst>
          </p:cNvPr>
          <p:cNvSpPr/>
          <p:nvPr/>
        </p:nvSpPr>
        <p:spPr>
          <a:xfrm>
            <a:off x="0" y="5381244"/>
            <a:ext cx="12192000" cy="14767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75C2C4-3049-0F3C-D329-6DBBDC9227A2}"/>
              </a:ext>
            </a:extLst>
          </p:cNvPr>
          <p:cNvSpPr/>
          <p:nvPr/>
        </p:nvSpPr>
        <p:spPr>
          <a:xfrm>
            <a:off x="0" y="5381244"/>
            <a:ext cx="1264920" cy="14767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001040-26D6-D81F-74A4-DFDE21820DDD}"/>
              </a:ext>
            </a:extLst>
          </p:cNvPr>
          <p:cNvSpPr/>
          <p:nvPr/>
        </p:nvSpPr>
        <p:spPr>
          <a:xfrm>
            <a:off x="9256776" y="5381244"/>
            <a:ext cx="2935224" cy="14767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9A7ACB-D074-28AC-DB6C-61824E42F69E}"/>
              </a:ext>
            </a:extLst>
          </p:cNvPr>
          <p:cNvSpPr/>
          <p:nvPr/>
        </p:nvSpPr>
        <p:spPr>
          <a:xfrm>
            <a:off x="9256776" y="0"/>
            <a:ext cx="2935224" cy="50749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BBA3FA-0CDD-9D78-F30D-05A54EA3B222}"/>
              </a:ext>
            </a:extLst>
          </p:cNvPr>
          <p:cNvSpPr/>
          <p:nvPr/>
        </p:nvSpPr>
        <p:spPr>
          <a:xfrm>
            <a:off x="0" y="0"/>
            <a:ext cx="1725105" cy="50749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allout: Left-Right Arrow 15">
            <a:extLst>
              <a:ext uri="{FF2B5EF4-FFF2-40B4-BE49-F238E27FC236}">
                <a16:creationId xmlns:a16="http://schemas.microsoft.com/office/drawing/2014/main" id="{BC3503D8-5FAC-2E17-AA26-D6F60967A0C6}"/>
              </a:ext>
            </a:extLst>
          </p:cNvPr>
          <p:cNvSpPr/>
          <p:nvPr/>
        </p:nvSpPr>
        <p:spPr>
          <a:xfrm>
            <a:off x="1638237" y="2258568"/>
            <a:ext cx="173736" cy="374904"/>
          </a:xfrm>
          <a:prstGeom prst="left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llout: Left-Right Arrow 17">
            <a:extLst>
              <a:ext uri="{FF2B5EF4-FFF2-40B4-BE49-F238E27FC236}">
                <a16:creationId xmlns:a16="http://schemas.microsoft.com/office/drawing/2014/main" id="{D55D95F1-FFEE-C464-93F7-2A71523A54C7}"/>
              </a:ext>
            </a:extLst>
          </p:cNvPr>
          <p:cNvSpPr/>
          <p:nvPr/>
        </p:nvSpPr>
        <p:spPr>
          <a:xfrm>
            <a:off x="9169908" y="2258568"/>
            <a:ext cx="173736" cy="374904"/>
          </a:xfrm>
          <a:prstGeom prst="left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D8C3701-9E8B-6325-EA64-7F7C8C63AC48}"/>
              </a:ext>
            </a:extLst>
          </p:cNvPr>
          <p:cNvSpPr/>
          <p:nvPr/>
        </p:nvSpPr>
        <p:spPr>
          <a:xfrm>
            <a:off x="0" y="-4572"/>
            <a:ext cx="12192000" cy="30632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4FFFF4-2E66-4241-6924-70110E7F9EA9}"/>
              </a:ext>
            </a:extLst>
          </p:cNvPr>
          <p:cNvSpPr/>
          <p:nvPr/>
        </p:nvSpPr>
        <p:spPr>
          <a:xfrm>
            <a:off x="8438896" y="309499"/>
            <a:ext cx="817880" cy="2034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Camera</a:t>
            </a:r>
          </a:p>
        </p:txBody>
      </p:sp>
      <p:sp>
        <p:nvSpPr>
          <p:cNvPr id="26" name="Callout: Left-Right Arrow 25">
            <a:extLst>
              <a:ext uri="{FF2B5EF4-FFF2-40B4-BE49-F238E27FC236}">
                <a16:creationId xmlns:a16="http://schemas.microsoft.com/office/drawing/2014/main" id="{D616F19E-FC30-75BA-6D6B-704B494BC40E}"/>
              </a:ext>
            </a:extLst>
          </p:cNvPr>
          <p:cNvSpPr/>
          <p:nvPr/>
        </p:nvSpPr>
        <p:spPr>
          <a:xfrm rot="5400000">
            <a:off x="8784383" y="406811"/>
            <a:ext cx="106635" cy="230108"/>
          </a:xfrm>
          <a:prstGeom prst="leftRightArrowCallou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80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BA688-CA53-8A11-D58D-57AD227BC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93" descr="Seamless Loops Burning red hot fire particles. Glowing sparks on a black background. Coals of flame, lava ejecting energy. Seamless Loops Burning red hot fire particles. Glowing sparks on a black background. Coals of flame, lava ejecting energy. lava background stock illustrations">
            <a:extLst>
              <a:ext uri="{FF2B5EF4-FFF2-40B4-BE49-F238E27FC236}">
                <a16:creationId xmlns:a16="http://schemas.microsoft.com/office/drawing/2014/main" id="{011312FC-851C-5698-D036-050888D39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375"/>
            <a:ext cx="12192000" cy="680924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55F7952-35CC-FBD9-2D53-1BA62B3CC9A3}"/>
              </a:ext>
            </a:extLst>
          </p:cNvPr>
          <p:cNvSpPr/>
          <p:nvPr/>
        </p:nvSpPr>
        <p:spPr>
          <a:xfrm>
            <a:off x="-396240" y="786383"/>
            <a:ext cx="12984480" cy="4518597"/>
          </a:xfrm>
          <a:custGeom>
            <a:avLst/>
            <a:gdLst>
              <a:gd name="csX0" fmla="*/ 2587752 w 12124944"/>
              <a:gd name="csY0" fmla="*/ 0 h 4315968"/>
              <a:gd name="csX1" fmla="*/ 9545731 w 12124944"/>
              <a:gd name="csY1" fmla="*/ 2391 h 4315968"/>
              <a:gd name="csX2" fmla="*/ 12124944 w 12124944"/>
              <a:gd name="csY2" fmla="*/ 4297680 h 4315968"/>
              <a:gd name="csX3" fmla="*/ 0 w 12124944"/>
              <a:gd name="csY3" fmla="*/ 4315968 h 4315968"/>
              <a:gd name="csX4" fmla="*/ 2587752 w 12124944"/>
              <a:gd name="csY4" fmla="*/ 0 h 43159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24944" h="4315968">
                <a:moveTo>
                  <a:pt x="2587752" y="0"/>
                </a:moveTo>
                <a:lnTo>
                  <a:pt x="9545731" y="2391"/>
                </a:lnTo>
                <a:lnTo>
                  <a:pt x="12124944" y="4297680"/>
                </a:lnTo>
                <a:lnTo>
                  <a:pt x="0" y="4315968"/>
                </a:lnTo>
                <a:lnTo>
                  <a:pt x="2587752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99FF79-DE1C-2F1F-7CB5-A2C876E05993}"/>
              </a:ext>
            </a:extLst>
          </p:cNvPr>
          <p:cNvSpPr/>
          <p:nvPr/>
        </p:nvSpPr>
        <p:spPr>
          <a:xfrm>
            <a:off x="1264920" y="5329031"/>
            <a:ext cx="10890638" cy="1528969"/>
          </a:xfrm>
          <a:prstGeom prst="rect">
            <a:avLst/>
          </a:prstGeom>
          <a:solidFill>
            <a:srgbClr val="D9D9D9">
              <a:alpha val="5686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Player’s Hand of Cards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BDBD58-AC84-2CC5-278A-B38BC21AABAD}"/>
              </a:ext>
            </a:extLst>
          </p:cNvPr>
          <p:cNvSpPr/>
          <p:nvPr/>
        </p:nvSpPr>
        <p:spPr>
          <a:xfrm>
            <a:off x="0" y="5317012"/>
            <a:ext cx="1264920" cy="15409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Hand Playable Stats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E5C737D-4AAA-A1AD-0347-D64D4BF0654E}"/>
              </a:ext>
            </a:extLst>
          </p:cNvPr>
          <p:cNvSpPr/>
          <p:nvPr/>
        </p:nvSpPr>
        <p:spPr>
          <a:xfrm>
            <a:off x="-139701" y="1923385"/>
            <a:ext cx="12522201" cy="3283560"/>
          </a:xfrm>
          <a:custGeom>
            <a:avLst/>
            <a:gdLst>
              <a:gd name="csX0" fmla="*/ 1922677 w 12124944"/>
              <a:gd name="csY0" fmla="*/ 0 h 4434124"/>
              <a:gd name="csX1" fmla="*/ 10210241 w 12124944"/>
              <a:gd name="csY1" fmla="*/ 2392 h 4434124"/>
              <a:gd name="csX2" fmla="*/ 12124944 w 12124944"/>
              <a:gd name="csY2" fmla="*/ 4415836 h 4434124"/>
              <a:gd name="csX3" fmla="*/ 0 w 12124944"/>
              <a:gd name="csY3" fmla="*/ 4434124 h 4434124"/>
              <a:gd name="csX4" fmla="*/ 1922677 w 12124944"/>
              <a:gd name="csY4" fmla="*/ 0 h 44341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24944" h="4434124">
                <a:moveTo>
                  <a:pt x="1922677" y="0"/>
                </a:moveTo>
                <a:lnTo>
                  <a:pt x="10210241" y="2392"/>
                </a:lnTo>
                <a:lnTo>
                  <a:pt x="12124944" y="4415836"/>
                </a:lnTo>
                <a:lnTo>
                  <a:pt x="0" y="4434124"/>
                </a:lnTo>
                <a:lnTo>
                  <a:pt x="1922677" y="0"/>
                </a:lnTo>
                <a:close/>
              </a:path>
            </a:pathLst>
          </a:custGeom>
          <a:solidFill>
            <a:srgbClr val="4EA72E">
              <a:alpha val="30196"/>
            </a:srgb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                                           		Active View Mat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7E34DA-3B91-B14F-34DA-536246DAF7A5}"/>
              </a:ext>
            </a:extLst>
          </p:cNvPr>
          <p:cNvSpPr/>
          <p:nvPr/>
        </p:nvSpPr>
        <p:spPr>
          <a:xfrm>
            <a:off x="9209796" y="5328956"/>
            <a:ext cx="2935224" cy="1490911"/>
          </a:xfrm>
          <a:prstGeom prst="rect">
            <a:avLst/>
          </a:prstGeom>
          <a:solidFill>
            <a:srgbClr val="F2F2F2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Chat Window</a:t>
            </a:r>
          </a:p>
        </p:txBody>
      </p:sp>
      <p:sp>
        <p:nvSpPr>
          <p:cNvPr id="16" name="Callout: Left-Right Arrow 15">
            <a:extLst>
              <a:ext uri="{FF2B5EF4-FFF2-40B4-BE49-F238E27FC236}">
                <a16:creationId xmlns:a16="http://schemas.microsoft.com/office/drawing/2014/main" id="{C160E44E-CD12-8B03-52AB-F3CD256C0656}"/>
              </a:ext>
            </a:extLst>
          </p:cNvPr>
          <p:cNvSpPr/>
          <p:nvPr/>
        </p:nvSpPr>
        <p:spPr>
          <a:xfrm>
            <a:off x="270597" y="2324557"/>
            <a:ext cx="106635" cy="230108"/>
          </a:xfrm>
          <a:prstGeom prst="leftRightArrowCallou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llout: Left-Right Arrow 17">
            <a:extLst>
              <a:ext uri="{FF2B5EF4-FFF2-40B4-BE49-F238E27FC236}">
                <a16:creationId xmlns:a16="http://schemas.microsoft.com/office/drawing/2014/main" id="{4F4FC4E8-DD52-E2FC-41D8-3370DCE4B70D}"/>
              </a:ext>
            </a:extLst>
          </p:cNvPr>
          <p:cNvSpPr/>
          <p:nvPr/>
        </p:nvSpPr>
        <p:spPr>
          <a:xfrm>
            <a:off x="11835815" y="2307874"/>
            <a:ext cx="106635" cy="230108"/>
          </a:xfrm>
          <a:prstGeom prst="leftRightArrowCallou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079A0A1-3B61-FCED-9C58-2DFAC002736D}"/>
              </a:ext>
            </a:extLst>
          </p:cNvPr>
          <p:cNvSpPr/>
          <p:nvPr/>
        </p:nvSpPr>
        <p:spPr>
          <a:xfrm>
            <a:off x="0" y="-4572"/>
            <a:ext cx="12192000" cy="30632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D7D7FC9-3FEC-ACF5-EBA9-5703C4F31779}"/>
              </a:ext>
            </a:extLst>
          </p:cNvPr>
          <p:cNvSpPr/>
          <p:nvPr/>
        </p:nvSpPr>
        <p:spPr>
          <a:xfrm>
            <a:off x="1850898" y="868680"/>
            <a:ext cx="3059430" cy="964692"/>
          </a:xfrm>
          <a:custGeom>
            <a:avLst/>
            <a:gdLst>
              <a:gd name="csX0" fmla="*/ 1903028 w 9545731"/>
              <a:gd name="csY0" fmla="*/ 0 h 4315968"/>
              <a:gd name="csX1" fmla="*/ 9545731 w 9545731"/>
              <a:gd name="csY1" fmla="*/ 2391 h 4315968"/>
              <a:gd name="csX2" fmla="*/ 7930799 w 9545731"/>
              <a:gd name="csY2" fmla="*/ 4297679 h 4315968"/>
              <a:gd name="csX3" fmla="*/ 0 w 9545731"/>
              <a:gd name="csY3" fmla="*/ 4315968 h 4315968"/>
              <a:gd name="csX4" fmla="*/ 1903028 w 9545731"/>
              <a:gd name="csY4" fmla="*/ 0 h 43159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545731" h="4315968">
                <a:moveTo>
                  <a:pt x="1903028" y="0"/>
                </a:moveTo>
                <a:lnTo>
                  <a:pt x="9545731" y="2391"/>
                </a:lnTo>
                <a:lnTo>
                  <a:pt x="7930799" y="4297679"/>
                </a:lnTo>
                <a:lnTo>
                  <a:pt x="0" y="4315968"/>
                </a:lnTo>
                <a:lnTo>
                  <a:pt x="190302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200" dirty="0"/>
              <a:t>Player 2 Name – Commander Name</a:t>
            </a: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94C0B5E-324B-3155-FAA1-5A6ACF395580}"/>
              </a:ext>
            </a:extLst>
          </p:cNvPr>
          <p:cNvSpPr/>
          <p:nvPr/>
        </p:nvSpPr>
        <p:spPr>
          <a:xfrm>
            <a:off x="4490466" y="877824"/>
            <a:ext cx="3251454" cy="955548"/>
          </a:xfrm>
          <a:custGeom>
            <a:avLst/>
            <a:gdLst>
              <a:gd name="csX0" fmla="*/ 1905778 w 12124944"/>
              <a:gd name="csY0" fmla="*/ 0 h 4275058"/>
              <a:gd name="csX1" fmla="*/ 10159508 w 12124944"/>
              <a:gd name="csY1" fmla="*/ 2389 h 4275058"/>
              <a:gd name="csX2" fmla="*/ 12124944 w 12124944"/>
              <a:gd name="csY2" fmla="*/ 4256770 h 4275058"/>
              <a:gd name="csX3" fmla="*/ 0 w 12124944"/>
              <a:gd name="csY3" fmla="*/ 4275058 h 4275058"/>
              <a:gd name="csX4" fmla="*/ 1905778 w 12124944"/>
              <a:gd name="csY4" fmla="*/ 0 h 42750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24944" h="4275058">
                <a:moveTo>
                  <a:pt x="1905778" y="0"/>
                </a:moveTo>
                <a:lnTo>
                  <a:pt x="10159508" y="2389"/>
                </a:lnTo>
                <a:lnTo>
                  <a:pt x="12124944" y="4256770"/>
                </a:lnTo>
                <a:lnTo>
                  <a:pt x="0" y="4275058"/>
                </a:lnTo>
                <a:lnTo>
                  <a:pt x="190577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200" dirty="0"/>
              <a:t>Player 3 Name - Life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92C02254-25CA-2EBC-EE3F-EEA656160015}"/>
              </a:ext>
            </a:extLst>
          </p:cNvPr>
          <p:cNvSpPr/>
          <p:nvPr/>
        </p:nvSpPr>
        <p:spPr>
          <a:xfrm flipH="1">
            <a:off x="7322058" y="868680"/>
            <a:ext cx="3059430" cy="964692"/>
          </a:xfrm>
          <a:custGeom>
            <a:avLst/>
            <a:gdLst>
              <a:gd name="csX0" fmla="*/ 1960088 w 9545731"/>
              <a:gd name="csY0" fmla="*/ 0 h 4315968"/>
              <a:gd name="csX1" fmla="*/ 9545731 w 9545731"/>
              <a:gd name="csY1" fmla="*/ 2391 h 4315968"/>
              <a:gd name="csX2" fmla="*/ 7930799 w 9545731"/>
              <a:gd name="csY2" fmla="*/ 4297679 h 4315968"/>
              <a:gd name="csX3" fmla="*/ 0 w 9545731"/>
              <a:gd name="csY3" fmla="*/ 4315968 h 4315968"/>
              <a:gd name="csX4" fmla="*/ 1960088 w 9545731"/>
              <a:gd name="csY4" fmla="*/ 0 h 43159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545731" h="4315968">
                <a:moveTo>
                  <a:pt x="1960088" y="0"/>
                </a:moveTo>
                <a:lnTo>
                  <a:pt x="9545731" y="2391"/>
                </a:lnTo>
                <a:lnTo>
                  <a:pt x="7930799" y="4297679"/>
                </a:lnTo>
                <a:lnTo>
                  <a:pt x="0" y="4315968"/>
                </a:lnTo>
                <a:lnTo>
                  <a:pt x="196008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          </a:t>
            </a:r>
            <a:r>
              <a:rPr lang="en-US" sz="1200" dirty="0"/>
              <a:t>Player 4 Name - Life</a:t>
            </a:r>
            <a:endParaRPr lang="en-US" dirty="0"/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06D0946C-1243-3AEC-4F7E-BBCECC8F88DD}"/>
              </a:ext>
            </a:extLst>
          </p:cNvPr>
          <p:cNvSpPr/>
          <p:nvPr/>
        </p:nvSpPr>
        <p:spPr>
          <a:xfrm>
            <a:off x="1338740" y="1991103"/>
            <a:ext cx="1598844" cy="1032123"/>
          </a:xfrm>
          <a:custGeom>
            <a:avLst/>
            <a:gdLst>
              <a:gd name="csX0" fmla="*/ 4314706 w 12045859"/>
              <a:gd name="csY0" fmla="*/ 0 h 4043378"/>
              <a:gd name="csX1" fmla="*/ 12045859 w 12045859"/>
              <a:gd name="csY1" fmla="*/ 2389 h 4043378"/>
              <a:gd name="csX2" fmla="*/ 8741340 w 12045859"/>
              <a:gd name="csY2" fmla="*/ 4043378 h 4043378"/>
              <a:gd name="csX3" fmla="*/ 0 w 12045859"/>
              <a:gd name="csY3" fmla="*/ 4029600 h 4043378"/>
              <a:gd name="csX4" fmla="*/ 4314706 w 12045859"/>
              <a:gd name="csY4" fmla="*/ 0 h 40433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045859" h="4043378">
                <a:moveTo>
                  <a:pt x="4314706" y="0"/>
                </a:moveTo>
                <a:lnTo>
                  <a:pt x="12045859" y="2389"/>
                </a:lnTo>
                <a:lnTo>
                  <a:pt x="8741340" y="4043378"/>
                </a:lnTo>
                <a:lnTo>
                  <a:pt x="0" y="4029600"/>
                </a:lnTo>
                <a:lnTo>
                  <a:pt x="431470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Card</a:t>
            </a: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C1E73D00-DD61-16AA-49AD-D0301659DEDF}"/>
              </a:ext>
            </a:extLst>
          </p:cNvPr>
          <p:cNvSpPr/>
          <p:nvPr/>
        </p:nvSpPr>
        <p:spPr>
          <a:xfrm>
            <a:off x="2078736" y="1296465"/>
            <a:ext cx="554044" cy="301563"/>
          </a:xfrm>
          <a:custGeom>
            <a:avLst/>
            <a:gdLst>
              <a:gd name="csX0" fmla="*/ 4814606 w 12184504"/>
              <a:gd name="csY0" fmla="*/ 0 h 4974812"/>
              <a:gd name="csX1" fmla="*/ 12184504 w 12184504"/>
              <a:gd name="csY1" fmla="*/ 2378 h 4974812"/>
              <a:gd name="csX2" fmla="*/ 7466240 w 12184504"/>
              <a:gd name="csY2" fmla="*/ 4903306 h 4974812"/>
              <a:gd name="csX3" fmla="*/ 0 w 12184504"/>
              <a:gd name="csY3" fmla="*/ 4974810 h 4974812"/>
              <a:gd name="csX4" fmla="*/ 4814606 w 12184504"/>
              <a:gd name="csY4" fmla="*/ 0 h 4974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84504" h="4974812">
                <a:moveTo>
                  <a:pt x="4814606" y="0"/>
                </a:moveTo>
                <a:lnTo>
                  <a:pt x="12184504" y="2378"/>
                </a:lnTo>
                <a:lnTo>
                  <a:pt x="7466240" y="4903306"/>
                </a:lnTo>
                <a:lnTo>
                  <a:pt x="0" y="4974810"/>
                </a:lnTo>
                <a:lnTo>
                  <a:pt x="481460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Card</a:t>
            </a:r>
          </a:p>
        </p:txBody>
      </p:sp>
      <p:sp>
        <p:nvSpPr>
          <p:cNvPr id="33" name="Callout: Left-Right Arrow 32">
            <a:extLst>
              <a:ext uri="{FF2B5EF4-FFF2-40B4-BE49-F238E27FC236}">
                <a16:creationId xmlns:a16="http://schemas.microsoft.com/office/drawing/2014/main" id="{E5353BBC-4DF8-A696-7C34-4E11C6D7E096}"/>
              </a:ext>
            </a:extLst>
          </p:cNvPr>
          <p:cNvSpPr/>
          <p:nvPr/>
        </p:nvSpPr>
        <p:spPr>
          <a:xfrm>
            <a:off x="9152278" y="5952280"/>
            <a:ext cx="106635" cy="230108"/>
          </a:xfrm>
          <a:prstGeom prst="leftRightArrowCallou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allout: Left-Right Arrow 34">
            <a:extLst>
              <a:ext uri="{FF2B5EF4-FFF2-40B4-BE49-F238E27FC236}">
                <a16:creationId xmlns:a16="http://schemas.microsoft.com/office/drawing/2014/main" id="{2AC0784D-02A9-84DB-BFCF-E1F90FC6FC14}"/>
              </a:ext>
            </a:extLst>
          </p:cNvPr>
          <p:cNvSpPr/>
          <p:nvPr/>
        </p:nvSpPr>
        <p:spPr>
          <a:xfrm>
            <a:off x="1206333" y="6055309"/>
            <a:ext cx="106635" cy="230108"/>
          </a:xfrm>
          <a:prstGeom prst="leftRightArrowCallou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6C94789-1CEC-775D-3D64-DEBE49B3C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41"/>
            <a:ext cx="12192000" cy="293520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FA712B6E-264B-F3BE-EF72-176C127C0694}"/>
              </a:ext>
            </a:extLst>
          </p:cNvPr>
          <p:cNvSpPr/>
          <p:nvPr/>
        </p:nvSpPr>
        <p:spPr>
          <a:xfrm>
            <a:off x="11044936" y="310893"/>
            <a:ext cx="817880" cy="1301091"/>
          </a:xfrm>
          <a:prstGeom prst="rect">
            <a:avLst/>
          </a:prstGeom>
          <a:solidFill>
            <a:srgbClr val="F2F2F2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row: Striped Right 46">
            <a:extLst>
              <a:ext uri="{FF2B5EF4-FFF2-40B4-BE49-F238E27FC236}">
                <a16:creationId xmlns:a16="http://schemas.microsoft.com/office/drawing/2014/main" id="{38B1E97C-F8FD-555D-54A2-753A822B4AD9}"/>
              </a:ext>
            </a:extLst>
          </p:cNvPr>
          <p:cNvSpPr/>
          <p:nvPr/>
        </p:nvSpPr>
        <p:spPr>
          <a:xfrm>
            <a:off x="11527135" y="519772"/>
            <a:ext cx="201279" cy="147629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dirty="0">
              <a:solidFill>
                <a:sysClr val="windowText" lastClr="000000"/>
              </a:solidFill>
            </a:endParaRPr>
          </a:p>
        </p:txBody>
      </p:sp>
      <p:sp>
        <p:nvSpPr>
          <p:cNvPr id="49" name="Arrow: Striped Right 48">
            <a:extLst>
              <a:ext uri="{FF2B5EF4-FFF2-40B4-BE49-F238E27FC236}">
                <a16:creationId xmlns:a16="http://schemas.microsoft.com/office/drawing/2014/main" id="{59D5E293-6341-B088-204C-203C7CA28BE7}"/>
              </a:ext>
            </a:extLst>
          </p:cNvPr>
          <p:cNvSpPr/>
          <p:nvPr/>
        </p:nvSpPr>
        <p:spPr>
          <a:xfrm rot="10800000">
            <a:off x="11196754" y="519772"/>
            <a:ext cx="201279" cy="147629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dirty="0">
              <a:solidFill>
                <a:sysClr val="windowText" lastClr="000000"/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114A2D8-6EF7-7BF3-BBC0-7824436BB730}"/>
              </a:ext>
            </a:extLst>
          </p:cNvPr>
          <p:cNvCxnSpPr/>
          <p:nvPr/>
        </p:nvCxnSpPr>
        <p:spPr>
          <a:xfrm>
            <a:off x="11342841" y="952057"/>
            <a:ext cx="0" cy="4274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CD345FB-2627-812D-6087-19A3D59BDA91}"/>
              </a:ext>
            </a:extLst>
          </p:cNvPr>
          <p:cNvCxnSpPr/>
          <p:nvPr/>
        </p:nvCxnSpPr>
        <p:spPr>
          <a:xfrm>
            <a:off x="11654435" y="961484"/>
            <a:ext cx="0" cy="4274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BEC0DB16-0BCC-B9E7-4A98-7F788CE7EC65}"/>
              </a:ext>
            </a:extLst>
          </p:cNvPr>
          <p:cNvSpPr txBox="1"/>
          <p:nvPr/>
        </p:nvSpPr>
        <p:spPr>
          <a:xfrm>
            <a:off x="11478746" y="724690"/>
            <a:ext cx="351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Tilt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DF683AA-6888-ADFB-90DB-3CB852DB96F5}"/>
              </a:ext>
            </a:extLst>
          </p:cNvPr>
          <p:cNvSpPr txBox="1"/>
          <p:nvPr/>
        </p:nvSpPr>
        <p:spPr>
          <a:xfrm>
            <a:off x="11092612" y="715263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Zoom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6D964CC-5317-00A8-20A4-D1317137D115}"/>
              </a:ext>
            </a:extLst>
          </p:cNvPr>
          <p:cNvSpPr txBox="1"/>
          <p:nvPr/>
        </p:nvSpPr>
        <p:spPr>
          <a:xfrm>
            <a:off x="11050552" y="298070"/>
            <a:ext cx="7889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View Seats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A88BCAAD-B603-7C32-188F-872235260051}"/>
              </a:ext>
            </a:extLst>
          </p:cNvPr>
          <p:cNvSpPr/>
          <p:nvPr/>
        </p:nvSpPr>
        <p:spPr>
          <a:xfrm>
            <a:off x="11253316" y="1093509"/>
            <a:ext cx="153118" cy="659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5553F0D7-E106-8B5E-7B71-A3FE7AAEA505}"/>
              </a:ext>
            </a:extLst>
          </p:cNvPr>
          <p:cNvSpPr/>
          <p:nvPr/>
        </p:nvSpPr>
        <p:spPr>
          <a:xfrm>
            <a:off x="11575399" y="1179921"/>
            <a:ext cx="153118" cy="659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6ACB2C8-3B13-6CB4-407E-8DA0DCEB4725}"/>
              </a:ext>
            </a:extLst>
          </p:cNvPr>
          <p:cNvSpPr/>
          <p:nvPr/>
        </p:nvSpPr>
        <p:spPr>
          <a:xfrm>
            <a:off x="11046246" y="1465822"/>
            <a:ext cx="817880" cy="203452"/>
          </a:xfrm>
          <a:prstGeom prst="rect">
            <a:avLst/>
          </a:prstGeom>
          <a:solidFill>
            <a:srgbClr val="F2F2F2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Camera</a:t>
            </a:r>
          </a:p>
        </p:txBody>
      </p:sp>
      <p:sp>
        <p:nvSpPr>
          <p:cNvPr id="67" name="Callout: Left-Right Arrow 66">
            <a:extLst>
              <a:ext uri="{FF2B5EF4-FFF2-40B4-BE49-F238E27FC236}">
                <a16:creationId xmlns:a16="http://schemas.microsoft.com/office/drawing/2014/main" id="{D96638AC-B517-C7EA-BB9F-D16510780325}"/>
              </a:ext>
            </a:extLst>
          </p:cNvPr>
          <p:cNvSpPr/>
          <p:nvPr/>
        </p:nvSpPr>
        <p:spPr>
          <a:xfrm rot="5400000">
            <a:off x="11391733" y="1563134"/>
            <a:ext cx="106635" cy="230108"/>
          </a:xfrm>
          <a:prstGeom prst="leftRightArrowCallou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0EDEDB7F-DA5C-5673-6A86-5ABD9185E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29" y="306767"/>
            <a:ext cx="273512" cy="4900178"/>
          </a:xfrm>
          <a:prstGeom prst="rect">
            <a:avLst/>
          </a:prstGeom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D4D5ACE0-2E12-ED6A-49A0-3BBD0E9E41BE}"/>
              </a:ext>
            </a:extLst>
          </p:cNvPr>
          <p:cNvSpPr/>
          <p:nvPr/>
        </p:nvSpPr>
        <p:spPr>
          <a:xfrm>
            <a:off x="400874" y="393308"/>
            <a:ext cx="1172932" cy="558749"/>
          </a:xfrm>
          <a:prstGeom prst="rect">
            <a:avLst/>
          </a:prstGeom>
          <a:solidFill>
            <a:srgbClr val="F2F2F2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Player 2 - # Life</a:t>
            </a:r>
          </a:p>
          <a:p>
            <a:r>
              <a:rPr lang="en-US" sz="1100" dirty="0">
                <a:solidFill>
                  <a:schemeClr val="bg1"/>
                </a:solidFill>
              </a:rPr>
              <a:t>Player 3 - # Life</a:t>
            </a:r>
          </a:p>
          <a:p>
            <a:r>
              <a:rPr lang="en-US" sz="1100" dirty="0">
                <a:solidFill>
                  <a:schemeClr val="bg1"/>
                </a:solidFill>
              </a:rPr>
              <a:t>Player 4 - # Life</a:t>
            </a:r>
          </a:p>
        </p:txBody>
      </p:sp>
      <p:sp>
        <p:nvSpPr>
          <p:cNvPr id="77" name="Rectangle 3">
            <a:extLst>
              <a:ext uri="{FF2B5EF4-FFF2-40B4-BE49-F238E27FC236}">
                <a16:creationId xmlns:a16="http://schemas.microsoft.com/office/drawing/2014/main" id="{F7666BC9-108F-0142-EF65-087A1007F00D}"/>
              </a:ext>
            </a:extLst>
          </p:cNvPr>
          <p:cNvSpPr/>
          <p:nvPr/>
        </p:nvSpPr>
        <p:spPr>
          <a:xfrm>
            <a:off x="2299072" y="926951"/>
            <a:ext cx="554044" cy="322369"/>
          </a:xfrm>
          <a:custGeom>
            <a:avLst/>
            <a:gdLst>
              <a:gd name="csX0" fmla="*/ 4814606 w 12184504"/>
              <a:gd name="csY0" fmla="*/ 0 h 4974812"/>
              <a:gd name="csX1" fmla="*/ 12184504 w 12184504"/>
              <a:gd name="csY1" fmla="*/ 2378 h 4974812"/>
              <a:gd name="csX2" fmla="*/ 7466240 w 12184504"/>
              <a:gd name="csY2" fmla="*/ 4903306 h 4974812"/>
              <a:gd name="csX3" fmla="*/ 0 w 12184504"/>
              <a:gd name="csY3" fmla="*/ 4974810 h 4974812"/>
              <a:gd name="csX4" fmla="*/ 4814606 w 12184504"/>
              <a:gd name="csY4" fmla="*/ 0 h 4974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84504" h="4974812">
                <a:moveTo>
                  <a:pt x="4814606" y="0"/>
                </a:moveTo>
                <a:lnTo>
                  <a:pt x="12184504" y="2378"/>
                </a:lnTo>
                <a:lnTo>
                  <a:pt x="7466240" y="4903306"/>
                </a:lnTo>
                <a:lnTo>
                  <a:pt x="0" y="4974810"/>
                </a:lnTo>
                <a:lnTo>
                  <a:pt x="481460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Card</a:t>
            </a:r>
          </a:p>
        </p:txBody>
      </p:sp>
      <p:sp>
        <p:nvSpPr>
          <p:cNvPr id="79" name="Rectangle 3">
            <a:extLst>
              <a:ext uri="{FF2B5EF4-FFF2-40B4-BE49-F238E27FC236}">
                <a16:creationId xmlns:a16="http://schemas.microsoft.com/office/drawing/2014/main" id="{F51D2A57-D4CB-DEEC-5282-CEB8620F963A}"/>
              </a:ext>
            </a:extLst>
          </p:cNvPr>
          <p:cNvSpPr/>
          <p:nvPr/>
        </p:nvSpPr>
        <p:spPr>
          <a:xfrm>
            <a:off x="4000384" y="1296465"/>
            <a:ext cx="554044" cy="301563"/>
          </a:xfrm>
          <a:custGeom>
            <a:avLst/>
            <a:gdLst>
              <a:gd name="csX0" fmla="*/ 4814606 w 12184504"/>
              <a:gd name="csY0" fmla="*/ 0 h 4974812"/>
              <a:gd name="csX1" fmla="*/ 12184504 w 12184504"/>
              <a:gd name="csY1" fmla="*/ 2378 h 4974812"/>
              <a:gd name="csX2" fmla="*/ 7466240 w 12184504"/>
              <a:gd name="csY2" fmla="*/ 4903306 h 4974812"/>
              <a:gd name="csX3" fmla="*/ 0 w 12184504"/>
              <a:gd name="csY3" fmla="*/ 4974810 h 4974812"/>
              <a:gd name="csX4" fmla="*/ 4814606 w 12184504"/>
              <a:gd name="csY4" fmla="*/ 0 h 4974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84504" h="4974812">
                <a:moveTo>
                  <a:pt x="4814606" y="0"/>
                </a:moveTo>
                <a:lnTo>
                  <a:pt x="12184504" y="2378"/>
                </a:lnTo>
                <a:lnTo>
                  <a:pt x="7466240" y="4903306"/>
                </a:lnTo>
                <a:lnTo>
                  <a:pt x="0" y="4974810"/>
                </a:lnTo>
                <a:lnTo>
                  <a:pt x="481460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Card</a:t>
            </a:r>
          </a:p>
        </p:txBody>
      </p:sp>
      <p:sp>
        <p:nvSpPr>
          <p:cNvPr id="81" name="Rectangle 3">
            <a:extLst>
              <a:ext uri="{FF2B5EF4-FFF2-40B4-BE49-F238E27FC236}">
                <a16:creationId xmlns:a16="http://schemas.microsoft.com/office/drawing/2014/main" id="{DE7272C5-B59B-1338-055C-49403A1A7517}"/>
              </a:ext>
            </a:extLst>
          </p:cNvPr>
          <p:cNvSpPr/>
          <p:nvPr/>
        </p:nvSpPr>
        <p:spPr>
          <a:xfrm>
            <a:off x="4220720" y="926951"/>
            <a:ext cx="554044" cy="322369"/>
          </a:xfrm>
          <a:custGeom>
            <a:avLst/>
            <a:gdLst>
              <a:gd name="csX0" fmla="*/ 4814606 w 12184504"/>
              <a:gd name="csY0" fmla="*/ 0 h 4974812"/>
              <a:gd name="csX1" fmla="*/ 12184504 w 12184504"/>
              <a:gd name="csY1" fmla="*/ 2378 h 4974812"/>
              <a:gd name="csX2" fmla="*/ 7466240 w 12184504"/>
              <a:gd name="csY2" fmla="*/ 4903306 h 4974812"/>
              <a:gd name="csX3" fmla="*/ 0 w 12184504"/>
              <a:gd name="csY3" fmla="*/ 4974810 h 4974812"/>
              <a:gd name="csX4" fmla="*/ 4814606 w 12184504"/>
              <a:gd name="csY4" fmla="*/ 0 h 4974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84504" h="4974812">
                <a:moveTo>
                  <a:pt x="4814606" y="0"/>
                </a:moveTo>
                <a:lnTo>
                  <a:pt x="12184504" y="2378"/>
                </a:lnTo>
                <a:lnTo>
                  <a:pt x="7466240" y="4903306"/>
                </a:lnTo>
                <a:lnTo>
                  <a:pt x="0" y="4974810"/>
                </a:lnTo>
                <a:lnTo>
                  <a:pt x="481460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Card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7ED5173-151C-BCF9-9A83-99D1646CFB7C}"/>
              </a:ext>
            </a:extLst>
          </p:cNvPr>
          <p:cNvSpPr/>
          <p:nvPr/>
        </p:nvSpPr>
        <p:spPr>
          <a:xfrm>
            <a:off x="1376840" y="5496859"/>
            <a:ext cx="923220" cy="13230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Card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C79CAF7-013C-A70F-105F-8578F6492CB3}"/>
              </a:ext>
            </a:extLst>
          </p:cNvPr>
          <p:cNvSpPr/>
          <p:nvPr/>
        </p:nvSpPr>
        <p:spPr>
          <a:xfrm>
            <a:off x="2411980" y="5496859"/>
            <a:ext cx="923220" cy="13230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Card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E56C816-B288-AE53-63E3-65B1C80D95D1}"/>
              </a:ext>
            </a:extLst>
          </p:cNvPr>
          <p:cNvSpPr/>
          <p:nvPr/>
        </p:nvSpPr>
        <p:spPr>
          <a:xfrm>
            <a:off x="3447120" y="5496859"/>
            <a:ext cx="923220" cy="13230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Card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402EE65-E7AB-45C4-898D-69F46BCEACBD}"/>
              </a:ext>
            </a:extLst>
          </p:cNvPr>
          <p:cNvSpPr/>
          <p:nvPr/>
        </p:nvSpPr>
        <p:spPr>
          <a:xfrm>
            <a:off x="4482260" y="5496859"/>
            <a:ext cx="923220" cy="13230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Card</a:t>
            </a:r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AD9BABAA-D306-0824-33A7-932E555809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033" t="11989"/>
          <a:stretch>
            <a:fillRect/>
          </a:stretch>
        </p:blipFill>
        <p:spPr>
          <a:xfrm>
            <a:off x="11871217" y="315466"/>
            <a:ext cx="293301" cy="48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984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62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Minor</dc:creator>
  <cp:lastModifiedBy>Robert Minor</cp:lastModifiedBy>
  <cp:revision>1</cp:revision>
  <dcterms:created xsi:type="dcterms:W3CDTF">2026-10-14T02:13:37Z</dcterms:created>
  <dcterms:modified xsi:type="dcterms:W3CDTF">2026-10-14T13:42:18Z</dcterms:modified>
</cp:coreProperties>
</file>